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84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1043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40916C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548640"/>
            <a:ext cx="1828800" cy="1828800"/>
          </a:xfrm>
          <a:prstGeom prst="ellipse">
            <a:avLst/>
          </a:prstGeom>
          <a:solidFill>
            <a:srgbClr val="74C69D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1440" y="3931920"/>
            <a:ext cx="1463040" cy="1463040"/>
          </a:xfrm>
          <a:prstGeom prst="ellipse">
            <a:avLst/>
          </a:prstGeom>
          <a:solidFill>
            <a:srgbClr val="2D6A4F">
              <a:alpha val="5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20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4C69D"/>
                </a:solidFill>
              </a:rPr>
              <a:t>Program Studi Sistem Informasi  |  Pengembangan Aplikasi Bergerak II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Aplikasi Rekomendasi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389888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</a:rPr>
              <a:t>Wisata Pulau Jawa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286000" cy="36576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8F3DC"/>
                </a:solidFill>
              </a:rPr>
              <a:t>KELOMPOK 5 — KELAS SI6A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697480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 Ilham Bintang (2327240136)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Rency Patricia Royer (2327240086)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Rika Rahmawati (2327240095)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Wini Nurhasanah (2327240153)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Mutiara Indah Lestari (2327240138)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4C69D"/>
                </a:solidFill>
              </a:rPr>
              <a:t>Universitas Multi Data Palembang  |  Semester Genap 2025/2026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0" y="15544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🗺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Latar Belakang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54864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914400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</a:rPr>
              <a:t>Masalah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40233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</a:rPr>
              <a:t>Pulau Jawa memiliki ratusan destinasi wisata tersebar di 6 provinsi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</a:rPr>
              <a:t>Informasi wisata tidak terintegrasi dalam satu platform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</a:rPr>
              <a:t>Wisatawan kesulitan menemukan data lengkap: lokasi, jam buka, tiket, fasilitas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54864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8" name="Text 6"/>
          <p:cNvSpPr/>
          <p:nvPr/>
        </p:nvSpPr>
        <p:spPr>
          <a:xfrm>
            <a:off x="4864608" y="914400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</a:rPr>
              <a:t>Solusi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1371600"/>
            <a:ext cx="40233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</a:rPr>
              <a:t>Aplikasi mobile Android berbasis Flutter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</a:rPr>
              <a:t>Menyatukan informasi wisata 6 provinsi dalam 1 platform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</a:rPr>
              <a:t>Fitur pencarian, favorit, dan kontribusi pengguna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914400"/>
            <a:ext cx="36576" cy="3200400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749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555"/>
                </a:solidFill>
              </a:rPr>
              <a:t>Cakupan Wilayah: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3703320"/>
            <a:ext cx="2011680" cy="3200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3703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Banten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26280" y="3703320"/>
            <a:ext cx="2011680" cy="3200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3703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DKI Jakarta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20840" y="3703320"/>
            <a:ext cx="2011680" cy="3200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3703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Jawa Barat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331720" y="4114800"/>
            <a:ext cx="2011680" cy="3200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31720" y="4114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Jawa Tengah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26280" y="4114800"/>
            <a:ext cx="2011680" cy="3200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4114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DI Yogyakarta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20840" y="4114800"/>
            <a:ext cx="2011680" cy="320040"/>
          </a:xfrm>
          <a:prstGeom prst="rect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4114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Jawa Timur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Tujuan &amp; Ruang Lingkup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54864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914400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</a:rPr>
              <a:t>Tujuan Aplikasi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4023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Menampilkan destinasi wisata per provinsi secara terorganisir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Menyediakan info lengkap: deskripsi, jam buka, tiket, fasilitas, foto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Pencarian real-time &amp; manajemen daftar favorit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Sistem autentikasi pengguna (register &amp; login)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Fitur edit profil &amp; tambah postingan wisata baru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26280" y="914400"/>
            <a:ext cx="36576" cy="3474720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914400"/>
            <a:ext cx="54864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9" name="Text 7"/>
          <p:cNvSpPr/>
          <p:nvPr/>
        </p:nvSpPr>
        <p:spPr>
          <a:xfrm>
            <a:off x="4864608" y="914400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</a:rPr>
              <a:t>Ruang Lingkup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1371600"/>
            <a:ext cx="4023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Platform: Android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Framework: Flutter + Dart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Data wisata bersifat statis (hardcoded)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Autentikasi lokal via SharedPreferences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</a:rPr>
              <a:t>Tanpa backend server / database online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Fitur Utama Aplikasi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7432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743200" cy="64008"/>
          </a:xfrm>
          <a:prstGeom prst="rect">
            <a:avLst/>
          </a:prstGeom>
          <a:solidFill>
            <a:srgbClr val="40916C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24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11247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</a:rPr>
              <a:t>Autentikasi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64592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Registrasi &amp; Login dengan validasi password aman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7432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60120"/>
            <a:ext cx="2743200" cy="64008"/>
          </a:xfrm>
          <a:prstGeom prst="rect">
            <a:avLst/>
          </a:prstGeom>
          <a:solidFill>
            <a:srgbClr val="40916C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124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🏝️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840480" y="11247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</a:rPr>
              <a:t>Daftar Wisata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64592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Grid wisata dengan filter per provinsi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960120"/>
            <a:ext cx="27432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960120"/>
            <a:ext cx="2743200" cy="64008"/>
          </a:xfrm>
          <a:prstGeom prst="rect">
            <a:avLst/>
          </a:prstGeom>
          <a:solidFill>
            <a:srgbClr val="40916C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124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766560" y="11247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</a:rPr>
              <a:t>Pencarian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81928" y="164592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Real-time search berdasarkan nama/deskripsi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880360"/>
            <a:ext cx="27432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880360"/>
            <a:ext cx="2743200" cy="64008"/>
          </a:xfrm>
          <a:prstGeom prst="rect">
            <a:avLst/>
          </a:prstGeom>
          <a:solidFill>
            <a:srgbClr val="40916C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❤️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4400" y="304495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</a:rPr>
              <a:t>Favorit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29768" y="356616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Simpan &amp; kelola destinasi wisata pilihan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46120" y="2880360"/>
            <a:ext cx="27432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46120" y="2880360"/>
            <a:ext cx="2743200" cy="64008"/>
          </a:xfrm>
          <a:prstGeom prst="rect">
            <a:avLst/>
          </a:prstGeom>
          <a:solidFill>
            <a:srgbClr val="40916C"/>
          </a:solidFill>
          <a:ln/>
        </p:spPr>
      </p:sp>
      <p:sp>
        <p:nvSpPr>
          <p:cNvPr id="26" name="Text 24"/>
          <p:cNvSpPr/>
          <p:nvPr/>
        </p:nvSpPr>
        <p:spPr>
          <a:xfrm>
            <a:off x="3337560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840480" y="304495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</a:rPr>
              <a:t>Profil &amp; Edit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55848" y="356616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Lihat dan perbarui informasi akun pengguna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880360"/>
            <a:ext cx="27432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72200" y="2880360"/>
            <a:ext cx="2743200" cy="64008"/>
          </a:xfrm>
          <a:prstGeom prst="rect">
            <a:avLst/>
          </a:prstGeom>
          <a:solidFill>
            <a:srgbClr val="40916C"/>
          </a:solidFill>
          <a:ln/>
        </p:spPr>
      </p:sp>
      <p:sp>
        <p:nvSpPr>
          <p:cNvPr id="31" name="Text 29"/>
          <p:cNvSpPr/>
          <p:nvPr/>
        </p:nvSpPr>
        <p:spPr>
          <a:xfrm>
            <a:off x="6263640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✏️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766560" y="304495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</a:rPr>
              <a:t>Tambah Wisata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81928" y="356616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Pengguna berkontribusi menambah destinasi baru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Teknologi &amp; Metode Pengembangan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54864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914400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</a:rPr>
              <a:t>Stack Teknologi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4023360" cy="621792"/>
          </a:xfrm>
          <a:prstGeom prst="rect">
            <a:avLst/>
          </a:prstGeom>
          <a:solidFill>
            <a:srgbClr val="D8F3DC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26464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Flutter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</a:rPr>
              <a:t>Framework UI cross-platform dari Google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121408"/>
            <a:ext cx="402336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7627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Dart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42316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</a:rPr>
              <a:t>Bahasa pemrograman utama, strongly-typed + OOP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2871216"/>
            <a:ext cx="4023360" cy="621792"/>
          </a:xfrm>
          <a:prstGeom prst="rect">
            <a:avLst/>
          </a:prstGeom>
          <a:solidFill>
            <a:srgbClr val="D8F3D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39" y="2980944"/>
            <a:ext cx="148246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Firebase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1729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</a:rPr>
              <a:t>Penyimpanan lokal data autentikasi &amp; profil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621024"/>
            <a:ext cx="402336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6758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</a:rPr>
              <a:t>Material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39227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</a:rPr>
              <a:t>Panduan desain antarmuka modern &amp; konsisten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26280" y="914400"/>
            <a:ext cx="36576" cy="3474720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19" name="Shape 17"/>
          <p:cNvSpPr/>
          <p:nvPr/>
        </p:nvSpPr>
        <p:spPr>
          <a:xfrm>
            <a:off x="4754880" y="914400"/>
            <a:ext cx="54864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0" name="Text 18"/>
          <p:cNvSpPr/>
          <p:nvPr/>
        </p:nvSpPr>
        <p:spPr>
          <a:xfrm>
            <a:off x="4864608" y="914400"/>
            <a:ext cx="4005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</a:rPr>
              <a:t>Metode Agile (Iteratif)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754880" y="1417320"/>
            <a:ext cx="292608" cy="292608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4173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14081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B"/>
                </a:solidFill>
              </a:rPr>
              <a:t>Analisis kebutuhan &amp; perancangan sistem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1947672"/>
            <a:ext cx="292608" cy="292608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120640" y="193852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B"/>
                </a:solidFill>
              </a:rPr>
              <a:t>Pengembangan fitur autentikasi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478024"/>
            <a:ext cx="292608" cy="292608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24780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0" y="2468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B"/>
                </a:solidFill>
              </a:rPr>
              <a:t>Pengembangan Home Screen + model data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54880" y="3008376"/>
            <a:ext cx="292608" cy="292608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0083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0" y="299923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B"/>
                </a:solidFill>
              </a:rPr>
              <a:t>Pengembangan Search &amp; Favorite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54880" y="3538728"/>
            <a:ext cx="292608" cy="292608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35387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20640" y="352958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B"/>
                </a:solidFill>
              </a:rPr>
              <a:t>Pengembangan Profile &amp; Edit Profile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754880" y="4069080"/>
            <a:ext cx="292608" cy="292608"/>
          </a:xfrm>
          <a:prstGeom prst="ellipse">
            <a:avLst/>
          </a:prstGeom>
          <a:solidFill>
            <a:srgbClr val="40916C"/>
          </a:solidFill>
          <a:ln/>
        </p:spPr>
      </p:sp>
      <p:sp>
        <p:nvSpPr>
          <p:cNvPr id="37" name="Text 35"/>
          <p:cNvSpPr/>
          <p:nvPr/>
        </p:nvSpPr>
        <p:spPr>
          <a:xfrm>
            <a:off x="4754880" y="4069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120640" y="405993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1B1B"/>
                </a:solidFill>
              </a:rPr>
              <a:t>Tambah Postingan &amp; Pengujian bug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Rancangan Antarmuka (UI) — Bagian 1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347472"/>
          </a:xfrm>
          <a:prstGeom prst="rect">
            <a:avLst/>
          </a:prstGeom>
          <a:solidFill>
            <a:srgbClr val="D8F3DC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95528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4332"/>
                </a:solidFill>
              </a:rPr>
              <a:t>Bottom Navigation: Home  |  Search  |  ➕ Tambah  |  Favorite  |  Profile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3464" y="1197864"/>
            <a:ext cx="1490472" cy="295351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234440"/>
            <a:ext cx="1417320" cy="2880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83464" y="4187952"/>
            <a:ext cx="1490472" cy="2926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9" name="Text 6"/>
          <p:cNvSpPr/>
          <p:nvPr/>
        </p:nvSpPr>
        <p:spPr>
          <a:xfrm>
            <a:off x="283464" y="4187952"/>
            <a:ext cx="1490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Sign In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077974" y="1197864"/>
            <a:ext cx="1490472" cy="295351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4550" y="1234440"/>
            <a:ext cx="1417320" cy="28803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077974" y="4187952"/>
            <a:ext cx="1490472" cy="2926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3" name="Text 9"/>
          <p:cNvSpPr/>
          <p:nvPr/>
        </p:nvSpPr>
        <p:spPr>
          <a:xfrm>
            <a:off x="2077974" y="4187952"/>
            <a:ext cx="1490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Sign Up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872484" y="1197864"/>
            <a:ext cx="1490472" cy="295351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9060" y="1234440"/>
            <a:ext cx="1417320" cy="2880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872484" y="4187952"/>
            <a:ext cx="1490472" cy="2926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2"/>
          <p:cNvSpPr/>
          <p:nvPr/>
        </p:nvSpPr>
        <p:spPr>
          <a:xfrm>
            <a:off x="3872484" y="4187952"/>
            <a:ext cx="1490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Home Screen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666994" y="1197864"/>
            <a:ext cx="1490472" cy="295351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3570" y="1234440"/>
            <a:ext cx="1417320" cy="288036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666994" y="4187952"/>
            <a:ext cx="1490472" cy="2926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1" name="Text 15"/>
          <p:cNvSpPr/>
          <p:nvPr/>
        </p:nvSpPr>
        <p:spPr>
          <a:xfrm>
            <a:off x="5666994" y="4187952"/>
            <a:ext cx="1490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Detail Wisata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61504" y="1197864"/>
            <a:ext cx="1490472" cy="2953512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1234440"/>
            <a:ext cx="1417320" cy="288036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7461504" y="4187952"/>
            <a:ext cx="1490472" cy="292608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5" name="Text 18"/>
          <p:cNvSpPr/>
          <p:nvPr/>
        </p:nvSpPr>
        <p:spPr>
          <a:xfrm>
            <a:off x="7461504" y="4187952"/>
            <a:ext cx="1490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Search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Rancangan Antarmuka (UI) — Bagian 2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08660" y="822960"/>
            <a:ext cx="1828800" cy="3566160"/>
          </a:xfrm>
          <a:prstGeom prst="rect">
            <a:avLst/>
          </a:prstGeom>
          <a:solidFill>
            <a:srgbClr val="1B433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868680"/>
            <a:ext cx="173736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08660" y="4434840"/>
            <a:ext cx="1828800" cy="32004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7" name="Text 4"/>
          <p:cNvSpPr/>
          <p:nvPr/>
        </p:nvSpPr>
        <p:spPr>
          <a:xfrm>
            <a:off x="708660" y="4434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Favorite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74620" y="822960"/>
            <a:ext cx="1828800" cy="3566160"/>
          </a:xfrm>
          <a:prstGeom prst="rect">
            <a:avLst/>
          </a:prstGeom>
          <a:solidFill>
            <a:srgbClr val="1B4332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0340" y="868680"/>
            <a:ext cx="1737360" cy="3474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674620" y="4434840"/>
            <a:ext cx="1828800" cy="32004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7"/>
          <p:cNvSpPr/>
          <p:nvPr/>
        </p:nvSpPr>
        <p:spPr>
          <a:xfrm>
            <a:off x="2674620" y="4434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Profile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640580" y="822960"/>
            <a:ext cx="1828800" cy="3566160"/>
          </a:xfrm>
          <a:prstGeom prst="rect">
            <a:avLst/>
          </a:prstGeom>
          <a:solidFill>
            <a:srgbClr val="1B4332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868680"/>
            <a:ext cx="1737360" cy="3474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640580" y="4434840"/>
            <a:ext cx="1828800" cy="32004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5" name="Text 10"/>
          <p:cNvSpPr/>
          <p:nvPr/>
        </p:nvSpPr>
        <p:spPr>
          <a:xfrm>
            <a:off x="4640580" y="4434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Edit Profile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606540" y="822960"/>
            <a:ext cx="1828800" cy="3566160"/>
          </a:xfrm>
          <a:prstGeom prst="rect">
            <a:avLst/>
          </a:prstGeom>
          <a:solidFill>
            <a:srgbClr val="1B433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868680"/>
            <a:ext cx="1737360" cy="3474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606540" y="4434840"/>
            <a:ext cx="1828800" cy="32004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3"/>
          <p:cNvSpPr/>
          <p:nvPr/>
        </p:nvSpPr>
        <p:spPr>
          <a:xfrm>
            <a:off x="6606540" y="4434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Postingan Baru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solidFill>
            <a:srgbClr val="D8F3DC"/>
          </a:solidFill>
          <a:ln/>
        </p:spPr>
      </p:sp>
      <p:sp>
        <p:nvSpPr>
          <p:cNvPr id="21" name="Text 15"/>
          <p:cNvSpPr/>
          <p:nvPr/>
        </p:nvSpPr>
        <p:spPr>
          <a:xfrm>
            <a:off x="274320" y="472744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1B4332"/>
                </a:solidFill>
              </a:rPr>
              <a:t>Seluruh fitur terdokumentasi dalam Use Case Diagram pada proposal proyek.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Jadwal Pengembangan &amp; Anggota Kelompok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54864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5" name="Text 3"/>
          <p:cNvSpPr/>
          <p:nvPr/>
        </p:nvSpPr>
        <p:spPr>
          <a:xfrm>
            <a:off x="429768" y="914400"/>
            <a:ext cx="5193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</a:rPr>
              <a:t>Jadwal Maret – Mei 2026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371600"/>
            <a:ext cx="1463040" cy="329184"/>
          </a:xfrm>
          <a:prstGeom prst="rect">
            <a:avLst/>
          </a:prstGeom>
          <a:solidFill>
            <a:srgbClr val="40916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7160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Maret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74520" y="137160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</a:rPr>
              <a:t>Analisis kebutuhan &amp; perancangan sistem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1463040" cy="329184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24688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April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74520" y="246888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</a:rPr>
              <a:t>Autentikasi (Sign In &amp; Sign Up)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</a:rPr>
              <a:t>Home Screen + model data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</a:rPr>
              <a:t>Search &amp; Favorite Screen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3566160"/>
            <a:ext cx="1463040" cy="329184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35661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Mei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74520" y="35661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</a:rPr>
              <a:t>Profile &amp; Edit Profile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</a:rPr>
              <a:t>Tambah Postingan Wisata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</a:rPr>
              <a:t>Pengujian, bug-fix &amp; laporan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4526280"/>
            <a:ext cx="5029200" cy="320040"/>
          </a:xfrm>
          <a:prstGeom prst="rect">
            <a:avLst/>
          </a:prstGeom>
          <a:solidFill>
            <a:srgbClr val="D8F3DC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4526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4332"/>
                </a:solidFill>
              </a:rPr>
              <a:t>Durasi Proyek: 3 Bulan  |  Biaya: Rp 0  (Semua tools open-source &amp; gratis)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77840" y="914400"/>
            <a:ext cx="54864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8" name="Text 16"/>
          <p:cNvSpPr/>
          <p:nvPr/>
        </p:nvSpPr>
        <p:spPr>
          <a:xfrm>
            <a:off x="5687568" y="914400"/>
            <a:ext cx="3182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</a:rPr>
              <a:t>Anggota Kelompok 5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577840" y="1389888"/>
            <a:ext cx="3291840" cy="566928"/>
          </a:xfrm>
          <a:prstGeom prst="rect">
            <a:avLst/>
          </a:prstGeom>
          <a:solidFill>
            <a:srgbClr val="D8F3DC"/>
          </a:solidFill>
          <a:ln/>
        </p:spPr>
      </p:sp>
      <p:sp>
        <p:nvSpPr>
          <p:cNvPr id="20" name="Shape 18"/>
          <p:cNvSpPr/>
          <p:nvPr/>
        </p:nvSpPr>
        <p:spPr>
          <a:xfrm>
            <a:off x="5577840" y="1389888"/>
            <a:ext cx="54864" cy="56692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1" name="Text 19"/>
          <p:cNvSpPr/>
          <p:nvPr/>
        </p:nvSpPr>
        <p:spPr>
          <a:xfrm>
            <a:off x="5687568" y="144475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4332"/>
                </a:solidFill>
              </a:rPr>
              <a:t>M Ilham Bintang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87568" y="167335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Ketua  |  NPM: 2327240136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77840" y="2075688"/>
            <a:ext cx="32918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577840" y="2075688"/>
            <a:ext cx="54864" cy="566928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25" name="Text 23"/>
          <p:cNvSpPr/>
          <p:nvPr/>
        </p:nvSpPr>
        <p:spPr>
          <a:xfrm>
            <a:off x="5687568" y="213055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4332"/>
                </a:solidFill>
              </a:rPr>
              <a:t>Rency Patricia Royer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87568" y="235915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Anggota  |  NPM: 2327240086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77840" y="2761488"/>
            <a:ext cx="32918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5577840" y="2761488"/>
            <a:ext cx="54864" cy="566928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29" name="Text 27"/>
          <p:cNvSpPr/>
          <p:nvPr/>
        </p:nvSpPr>
        <p:spPr>
          <a:xfrm>
            <a:off x="5687568" y="281635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4332"/>
                </a:solidFill>
              </a:rPr>
              <a:t>Rika Rahmawati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87568" y="304495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Anggota  |  NPM: 2327240095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3447288"/>
            <a:ext cx="32918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5577840" y="3447288"/>
            <a:ext cx="54864" cy="566928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33" name="Text 31"/>
          <p:cNvSpPr/>
          <p:nvPr/>
        </p:nvSpPr>
        <p:spPr>
          <a:xfrm>
            <a:off x="5687568" y="350215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4332"/>
                </a:solidFill>
              </a:rPr>
              <a:t>Wini Nurhasanah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87568" y="373075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Anggota  |  NPM: 2327240153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577840" y="4133088"/>
            <a:ext cx="32918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577840" y="4133088"/>
            <a:ext cx="54864" cy="566928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37" name="Text 35"/>
          <p:cNvSpPr/>
          <p:nvPr/>
        </p:nvSpPr>
        <p:spPr>
          <a:xfrm>
            <a:off x="5687568" y="418795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4332"/>
                </a:solidFill>
              </a:rPr>
              <a:t>Mutiara Indah Lestari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687568" y="441655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Anggota  |  NPM: 2327240138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77840" y="472744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</a:rPr>
              <a:t>Pembimbing: Nur Rachmat, M.Kom.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9144000" cy="194310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40916C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457200" y="2926080"/>
            <a:ext cx="2286000" cy="2286000"/>
          </a:xfrm>
          <a:prstGeom prst="ellipse">
            <a:avLst/>
          </a:prstGeom>
          <a:solidFill>
            <a:srgbClr val="40916C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Terima Kasih!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A261"/>
                </a:solidFill>
              </a:rPr>
              <a:t>Aplikasi Rekomendasi Wisata Pulau Jawa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2194560"/>
            <a:ext cx="2743200" cy="45720"/>
          </a:xfrm>
          <a:prstGeom prst="rect">
            <a:avLst/>
          </a:prstGeom>
          <a:solidFill>
            <a:srgbClr val="74C69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377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8F3DC"/>
                </a:solidFill>
              </a:rPr>
              <a:t>Kelompok 5 — Kelas SI6A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D8F3DC"/>
                </a:solidFill>
              </a:rPr>
              <a:t>Universitas Multi Data Palembang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D8F3DC"/>
                </a:solidFill>
              </a:rPr>
              <a:t>Semester Genap 2025/2026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4C69D"/>
                </a:solidFill>
              </a:rPr>
              <a:t>M Ilham Bintang  •  Rency Patricia Royer  •  Rika Rahmawati  •  Wini Nurhasanah  •  Mutiara Indah Lestari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4C69D"/>
                </a:solidFill>
              </a:rPr>
              <a:t>Pengembangan Aplikasi Bergerak II  |  Program Studi Sistem Informasi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558</Words>
  <Application>Microsoft Office PowerPoint</Application>
  <PresentationFormat>On-screen Show (16:9)</PresentationFormat>
  <Paragraphs>136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Aplikasi Rekomendasi Wisata Pulau Jawa</dc:title>
  <dc:subject>PptxGenJS Presentation</dc:subject>
  <dc:creator>PptxGenJS</dc:creator>
  <cp:lastModifiedBy>rika rikaaa</cp:lastModifiedBy>
  <cp:revision>3</cp:revision>
  <dcterms:created xsi:type="dcterms:W3CDTF">2026-04-05T15:39:27Z</dcterms:created>
  <dcterms:modified xsi:type="dcterms:W3CDTF">2026-04-07T06:53:08Z</dcterms:modified>
</cp:coreProperties>
</file>